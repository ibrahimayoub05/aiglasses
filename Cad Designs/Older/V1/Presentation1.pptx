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78"/>
  </p:normalViewPr>
  <p:slideViewPr>
    <p:cSldViewPr snapToGrid="0">
      <p:cViewPr>
        <p:scale>
          <a:sx n="129" d="100"/>
          <a:sy n="129" d="100"/>
        </p:scale>
        <p:origin x="55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149E8-5B70-5642-ADFF-ED38A3635C9D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298CE-23A3-5B40-A9DC-111795FA8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298CE-23A3-5B40-A9DC-111795FA89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8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4CCD-3923-84FE-7D6D-13E76DFBB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98DAB-54FF-2705-6685-532E54640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D8DC-35B7-68EB-9E65-35A755F5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A3549-8383-850B-DFE5-C4D4185D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CB0A5-8D84-AF3D-E830-36C503BB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6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EEEF-2C17-0470-631D-86EE9AF9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FE14F-9709-8634-A9DE-1A477405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F709F-88B1-8C67-FFBE-86E83035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AD2C-80C0-DF23-841E-529AF70A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CFAE-C6DF-F70D-3A44-06F132E7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4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F51E-600F-BCAE-1E1E-07E2B3D1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08C9A-FD02-707A-FBB9-01FFF6FF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88DDD-04A1-8B55-A160-95290E5A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6328D-673B-B01C-E701-46B7167E2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E5F75-6808-D3B4-5587-487B2CA3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0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A868-E256-6356-AB9E-693A113F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419F8-0F02-0E76-FBF3-9CE06F2A5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D1474-381B-07FF-F84B-9FBC13968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D3A7F-C895-1B04-CBA5-356E260B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E9DB-3D8F-3FC7-4D60-93693FBD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F40DE-38E0-334D-8542-168DDC13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5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66AC-3CA9-BB8A-99DC-9C6C108A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4EAC2-B8B5-9212-2816-3DC1E11D8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11C55-131E-DA19-CC31-277F94FFD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43B27-E15B-BA43-36BD-E29D32DC6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0F155-07B8-79EE-4913-B828F8566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943F9-2171-C784-498A-C00C553C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D92E0-2D89-EDE4-218F-7E3A9D27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1779E-213E-F56E-4C5B-023ABFCCF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B224-EDB7-7304-D4A0-A848B205E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BC703-46F7-0F28-2625-2B70AE8E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13349-DF22-6818-BDEB-12C4341E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C6A61-38AF-E1F8-449E-F3F8953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9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DC89DE-4978-2520-15A8-C018972B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BB1CF-6AAB-FC54-8B15-91BD30870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D51B-F449-ABA2-68C9-92487D8A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5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BBE5-982A-339B-1FE8-7CCE17394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01CD7-296D-39E1-1345-F1A430F4C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958A6-1A00-F8B1-F86F-18C3D3FC2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7DA1C-7072-49EC-0690-1F0E46B1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172CA-C7E7-2A36-B3BF-C4096F79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D40F-1DDC-FD77-9B24-65AE6540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16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9425-D44A-0511-7AAA-3724BEB3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05CA2-65AD-637D-3202-3A3F20654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AA5E-E959-7D5B-37CF-B8EFE5DE3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BD53-264C-C2E3-2F19-2501F90E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9D598-AD6B-EBA2-5961-945B91281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4F314-EC84-3B81-A7D7-187AE418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0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B54B-5273-5A77-8087-9EFC98C1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C598D-A8CD-17F2-714C-0A0DF5399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24B22-5F6F-3300-39E8-34C54CED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01C1-5E68-CA1A-06D3-E88E3744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DD83-140B-B511-F4E1-76B2D2AD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177F9-E5F1-54BA-3C1F-EEA932E44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577F8-1AA3-7D0D-0594-056ED9342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71E7E-0C98-051A-464F-9F95077A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B674-4924-ACA3-5E1D-93D43CFB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56457-B13B-A469-3EDE-8034E16C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4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FBAC7-1178-2B2A-5186-2DCDFD90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B8D96-1F18-2DC7-9852-52A3E0021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1E7E6-8C89-9D3C-104D-76372E225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DC85-ED10-D743-A81B-1679BB79116B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9BE0D-0ED3-0D87-9462-BCEA95EEF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DF1B-7589-19B4-B75E-C30A46884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49289-4AB1-894E-B6E9-A15E619EB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8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Picture 171">
            <a:extLst>
              <a:ext uri="{FF2B5EF4-FFF2-40B4-BE49-F238E27FC236}">
                <a16:creationId xmlns:a16="http://schemas.microsoft.com/office/drawing/2014/main" id="{0AA0D483-DC32-DAFF-A7B8-12152E44F8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4804" cy="68647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953D7A7-D239-094B-EA5F-300D774F5878}"/>
              </a:ext>
            </a:extLst>
          </p:cNvPr>
          <p:cNvSpPr txBox="1"/>
          <p:nvPr/>
        </p:nvSpPr>
        <p:spPr>
          <a:xfrm>
            <a:off x="340926" y="184823"/>
            <a:ext cx="1733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Right &amp; Left Arms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919D188-6C97-E1E2-898C-CDE30E61EB34}"/>
              </a:ext>
            </a:extLst>
          </p:cNvPr>
          <p:cNvSpPr txBox="1"/>
          <p:nvPr/>
        </p:nvSpPr>
        <p:spPr>
          <a:xfrm>
            <a:off x="335294" y="703358"/>
            <a:ext cx="213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Batteries</a:t>
            </a:r>
            <a:endParaRPr lang="en-US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C81506-54B1-1F5A-05FC-4DCBD3DD37A1}"/>
              </a:ext>
            </a:extLst>
          </p:cNvPr>
          <p:cNvSpPr txBox="1"/>
          <p:nvPr/>
        </p:nvSpPr>
        <p:spPr>
          <a:xfrm>
            <a:off x="340926" y="1263152"/>
            <a:ext cx="2372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Arm Covers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D676223-8B6E-F8CA-34DF-7E9195A64EAD}"/>
              </a:ext>
            </a:extLst>
          </p:cNvPr>
          <p:cNvSpPr txBox="1"/>
          <p:nvPr/>
        </p:nvSpPr>
        <p:spPr>
          <a:xfrm>
            <a:off x="338112" y="1780211"/>
            <a:ext cx="2372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Custom PCB’S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2D50F0-B43F-243F-B3AC-DDEC2D2F0EF3}"/>
              </a:ext>
            </a:extLst>
          </p:cNvPr>
          <p:cNvSpPr txBox="1"/>
          <p:nvPr/>
        </p:nvSpPr>
        <p:spPr>
          <a:xfrm>
            <a:off x="344926" y="2302734"/>
            <a:ext cx="2372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Antenna</a:t>
            </a:r>
            <a:endParaRPr lang="en-US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C8BEC33-CE74-F045-8CA6-725F42CF86C2}"/>
              </a:ext>
            </a:extLst>
          </p:cNvPr>
          <p:cNvSpPr txBox="1"/>
          <p:nvPr/>
        </p:nvSpPr>
        <p:spPr>
          <a:xfrm>
            <a:off x="357891" y="2770025"/>
            <a:ext cx="197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Programmable touchpad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0B93BD6-B5D6-10AD-D158-4CED5A4AAAD6}"/>
              </a:ext>
            </a:extLst>
          </p:cNvPr>
          <p:cNvSpPr txBox="1"/>
          <p:nvPr/>
        </p:nvSpPr>
        <p:spPr>
          <a:xfrm>
            <a:off x="366131" y="3312880"/>
            <a:ext cx="161087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Frame Covers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9637BA-D45D-ABCC-5E5C-E1200746B757}"/>
              </a:ext>
            </a:extLst>
          </p:cNvPr>
          <p:cNvSpPr txBox="1"/>
          <p:nvPr/>
        </p:nvSpPr>
        <p:spPr>
          <a:xfrm>
            <a:off x="357891" y="3839559"/>
            <a:ext cx="2372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Camera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1A38F40-52F4-FF20-4DD5-1694DF13A71E}"/>
              </a:ext>
            </a:extLst>
          </p:cNvPr>
          <p:cNvSpPr txBox="1"/>
          <p:nvPr/>
        </p:nvSpPr>
        <p:spPr>
          <a:xfrm>
            <a:off x="370856" y="4329818"/>
            <a:ext cx="2655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Frames</a:t>
            </a:r>
            <a:endParaRPr lang="en-US" b="1" dirty="0"/>
          </a:p>
        </p:txBody>
      </p:sp>
      <p:pic>
        <p:nvPicPr>
          <p:cNvPr id="119" name="Graphic 118" descr="Badge 1 outline">
            <a:extLst>
              <a:ext uri="{FF2B5EF4-FFF2-40B4-BE49-F238E27FC236}">
                <a16:creationId xmlns:a16="http://schemas.microsoft.com/office/drawing/2014/main" id="{8886899D-7A40-2EF4-7131-2C476E111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100" y="128413"/>
            <a:ext cx="369332" cy="369332"/>
          </a:xfrm>
          <a:prstGeom prst="rect">
            <a:avLst/>
          </a:prstGeom>
        </p:spPr>
      </p:pic>
      <p:pic>
        <p:nvPicPr>
          <p:cNvPr id="121" name="Graphic 120" descr="Badge outline">
            <a:extLst>
              <a:ext uri="{FF2B5EF4-FFF2-40B4-BE49-F238E27FC236}">
                <a16:creationId xmlns:a16="http://schemas.microsoft.com/office/drawing/2014/main" id="{5F877EB1-45FA-4177-E038-BB437F1B3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100" y="671203"/>
            <a:ext cx="369332" cy="369332"/>
          </a:xfrm>
          <a:prstGeom prst="rect">
            <a:avLst/>
          </a:prstGeom>
        </p:spPr>
      </p:pic>
      <p:pic>
        <p:nvPicPr>
          <p:cNvPr id="123" name="Graphic 122" descr="Badge 3 outline">
            <a:extLst>
              <a:ext uri="{FF2B5EF4-FFF2-40B4-BE49-F238E27FC236}">
                <a16:creationId xmlns:a16="http://schemas.microsoft.com/office/drawing/2014/main" id="{585B8A0D-38D7-B4D0-2D32-CA57DE118A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24406" y="1187944"/>
            <a:ext cx="369332" cy="369332"/>
          </a:xfrm>
          <a:prstGeom prst="rect">
            <a:avLst/>
          </a:prstGeom>
        </p:spPr>
      </p:pic>
      <p:pic>
        <p:nvPicPr>
          <p:cNvPr id="125" name="Graphic 124" descr="Badge 4 outline">
            <a:extLst>
              <a:ext uri="{FF2B5EF4-FFF2-40B4-BE49-F238E27FC236}">
                <a16:creationId xmlns:a16="http://schemas.microsoft.com/office/drawing/2014/main" id="{8EDDC5F1-7F3F-D3F4-5211-E40E24ABF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5100" y="1715399"/>
            <a:ext cx="369332" cy="369332"/>
          </a:xfrm>
          <a:prstGeom prst="rect">
            <a:avLst/>
          </a:prstGeom>
        </p:spPr>
      </p:pic>
      <p:pic>
        <p:nvPicPr>
          <p:cNvPr id="127" name="Graphic 126" descr="Badge 5 outline">
            <a:extLst>
              <a:ext uri="{FF2B5EF4-FFF2-40B4-BE49-F238E27FC236}">
                <a16:creationId xmlns:a16="http://schemas.microsoft.com/office/drawing/2014/main" id="{F27AF1C8-4928-B657-5668-DAF43D76C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24406" y="2228867"/>
            <a:ext cx="369332" cy="369332"/>
          </a:xfrm>
          <a:prstGeom prst="rect">
            <a:avLst/>
          </a:prstGeom>
        </p:spPr>
      </p:pic>
      <p:pic>
        <p:nvPicPr>
          <p:cNvPr id="129" name="Graphic 128" descr="Badge 6 outline">
            <a:extLst>
              <a:ext uri="{FF2B5EF4-FFF2-40B4-BE49-F238E27FC236}">
                <a16:creationId xmlns:a16="http://schemas.microsoft.com/office/drawing/2014/main" id="{3E2C72AA-1F42-5B6D-078E-71665E220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1441" y="2736241"/>
            <a:ext cx="369332" cy="369332"/>
          </a:xfrm>
          <a:prstGeom prst="rect">
            <a:avLst/>
          </a:prstGeom>
        </p:spPr>
      </p:pic>
      <p:pic>
        <p:nvPicPr>
          <p:cNvPr id="131" name="Graphic 130" descr="Badge 7 outline">
            <a:extLst>
              <a:ext uri="{FF2B5EF4-FFF2-40B4-BE49-F238E27FC236}">
                <a16:creationId xmlns:a16="http://schemas.microsoft.com/office/drawing/2014/main" id="{3A42711C-169C-0E4E-309C-7DD0E3D471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228691"/>
            <a:ext cx="369332" cy="369332"/>
          </a:xfrm>
          <a:prstGeom prst="rect">
            <a:avLst/>
          </a:prstGeom>
        </p:spPr>
      </p:pic>
      <p:pic>
        <p:nvPicPr>
          <p:cNvPr id="133" name="Graphic 132" descr="Badge 8 outline">
            <a:extLst>
              <a:ext uri="{FF2B5EF4-FFF2-40B4-BE49-F238E27FC236}">
                <a16:creationId xmlns:a16="http://schemas.microsoft.com/office/drawing/2014/main" id="{99D855FE-11BC-B60C-200B-1BEC3D3E0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2965" y="3776278"/>
            <a:ext cx="369332" cy="369332"/>
          </a:xfrm>
          <a:prstGeom prst="rect">
            <a:avLst/>
          </a:prstGeom>
        </p:spPr>
      </p:pic>
      <p:pic>
        <p:nvPicPr>
          <p:cNvPr id="135" name="Graphic 134" descr="Badge 9 outline">
            <a:extLst>
              <a:ext uri="{FF2B5EF4-FFF2-40B4-BE49-F238E27FC236}">
                <a16:creationId xmlns:a16="http://schemas.microsoft.com/office/drawing/2014/main" id="{A57BF89C-499E-70DB-1A70-34BABB0F24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7408" y="4283652"/>
            <a:ext cx="369332" cy="369332"/>
          </a:xfrm>
          <a:prstGeom prst="rect">
            <a:avLst/>
          </a:prstGeom>
        </p:spPr>
      </p:pic>
      <p:pic>
        <p:nvPicPr>
          <p:cNvPr id="138" name="Graphic 137" descr="Badge 1 outline">
            <a:extLst>
              <a:ext uri="{FF2B5EF4-FFF2-40B4-BE49-F238E27FC236}">
                <a16:creationId xmlns:a16="http://schemas.microsoft.com/office/drawing/2014/main" id="{7B4776C0-9A51-68A8-7B92-996A09923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2165" y="2689267"/>
            <a:ext cx="369332" cy="369332"/>
          </a:xfrm>
          <a:prstGeom prst="rect">
            <a:avLst/>
          </a:prstGeom>
        </p:spPr>
      </p:pic>
      <p:pic>
        <p:nvPicPr>
          <p:cNvPr id="139" name="Graphic 138" descr="Badge 1 outline">
            <a:extLst>
              <a:ext uri="{FF2B5EF4-FFF2-40B4-BE49-F238E27FC236}">
                <a16:creationId xmlns:a16="http://schemas.microsoft.com/office/drawing/2014/main" id="{F8C4CB37-D5E9-530F-D1FD-F73DBA10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9392" y="1408255"/>
            <a:ext cx="369332" cy="369332"/>
          </a:xfrm>
          <a:prstGeom prst="rect">
            <a:avLst/>
          </a:prstGeom>
        </p:spPr>
      </p:pic>
      <p:pic>
        <p:nvPicPr>
          <p:cNvPr id="140" name="Graphic 139" descr="Badge outline">
            <a:extLst>
              <a:ext uri="{FF2B5EF4-FFF2-40B4-BE49-F238E27FC236}">
                <a16:creationId xmlns:a16="http://schemas.microsoft.com/office/drawing/2014/main" id="{21B7E994-60D4-3D13-31AA-EBBA4D2C9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7400" y="3037310"/>
            <a:ext cx="369332" cy="369332"/>
          </a:xfrm>
          <a:prstGeom prst="rect">
            <a:avLst/>
          </a:prstGeom>
        </p:spPr>
      </p:pic>
      <p:pic>
        <p:nvPicPr>
          <p:cNvPr id="141" name="Graphic 140" descr="Badge outline">
            <a:extLst>
              <a:ext uri="{FF2B5EF4-FFF2-40B4-BE49-F238E27FC236}">
                <a16:creationId xmlns:a16="http://schemas.microsoft.com/office/drawing/2014/main" id="{78D2CB85-847E-E9EA-90E4-45B9EA112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7790" y="1154805"/>
            <a:ext cx="369332" cy="369332"/>
          </a:xfrm>
          <a:prstGeom prst="rect">
            <a:avLst/>
          </a:prstGeom>
        </p:spPr>
      </p:pic>
      <p:pic>
        <p:nvPicPr>
          <p:cNvPr id="143" name="Graphic 142" descr="Badge 3 outline">
            <a:extLst>
              <a:ext uri="{FF2B5EF4-FFF2-40B4-BE49-F238E27FC236}">
                <a16:creationId xmlns:a16="http://schemas.microsoft.com/office/drawing/2014/main" id="{C5AFFB6E-E765-04F9-D994-1699A511D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9431" y="3300017"/>
            <a:ext cx="369332" cy="369332"/>
          </a:xfrm>
          <a:prstGeom prst="rect">
            <a:avLst/>
          </a:prstGeom>
        </p:spPr>
      </p:pic>
      <p:pic>
        <p:nvPicPr>
          <p:cNvPr id="144" name="Graphic 143" descr="Badge 3 outline">
            <a:extLst>
              <a:ext uri="{FF2B5EF4-FFF2-40B4-BE49-F238E27FC236}">
                <a16:creationId xmlns:a16="http://schemas.microsoft.com/office/drawing/2014/main" id="{0F1342FB-2C4C-4CC9-43C0-207F95F7E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6450" y="855869"/>
            <a:ext cx="369332" cy="369332"/>
          </a:xfrm>
          <a:prstGeom prst="rect">
            <a:avLst/>
          </a:prstGeom>
        </p:spPr>
      </p:pic>
      <p:pic>
        <p:nvPicPr>
          <p:cNvPr id="146" name="Graphic 145" descr="Badge 4 outline">
            <a:extLst>
              <a:ext uri="{FF2B5EF4-FFF2-40B4-BE49-F238E27FC236}">
                <a16:creationId xmlns:a16="http://schemas.microsoft.com/office/drawing/2014/main" id="{7441D6A7-38EF-550B-0C87-E35D15916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0944" y="3684458"/>
            <a:ext cx="369332" cy="369332"/>
          </a:xfrm>
          <a:prstGeom prst="rect">
            <a:avLst/>
          </a:prstGeom>
        </p:spPr>
      </p:pic>
      <p:pic>
        <p:nvPicPr>
          <p:cNvPr id="148" name="Graphic 147" descr="Badge 4 outline">
            <a:extLst>
              <a:ext uri="{FF2B5EF4-FFF2-40B4-BE49-F238E27FC236}">
                <a16:creationId xmlns:a16="http://schemas.microsoft.com/office/drawing/2014/main" id="{720D04A6-5513-1428-5D82-E15BAA9D4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7843" y="1687878"/>
            <a:ext cx="369332" cy="369332"/>
          </a:xfrm>
          <a:prstGeom prst="rect">
            <a:avLst/>
          </a:prstGeom>
        </p:spPr>
      </p:pic>
      <p:pic>
        <p:nvPicPr>
          <p:cNvPr id="150" name="Graphic 149" descr="Badge 5 outline">
            <a:extLst>
              <a:ext uri="{FF2B5EF4-FFF2-40B4-BE49-F238E27FC236}">
                <a16:creationId xmlns:a16="http://schemas.microsoft.com/office/drawing/2014/main" id="{0750E4DC-2B0F-D538-AA25-F6758B556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38485" y="4173093"/>
            <a:ext cx="313449" cy="313449"/>
          </a:xfrm>
          <a:prstGeom prst="rect">
            <a:avLst/>
          </a:prstGeom>
        </p:spPr>
      </p:pic>
      <p:pic>
        <p:nvPicPr>
          <p:cNvPr id="152" name="Graphic 151" descr="Badge 6 outline">
            <a:extLst>
              <a:ext uri="{FF2B5EF4-FFF2-40B4-BE49-F238E27FC236}">
                <a16:creationId xmlns:a16="http://schemas.microsoft.com/office/drawing/2014/main" id="{6BB4F201-BABE-3343-7780-81D343AFC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1493" y="2297354"/>
            <a:ext cx="282379" cy="282379"/>
          </a:xfrm>
          <a:prstGeom prst="rect">
            <a:avLst/>
          </a:prstGeom>
        </p:spPr>
      </p:pic>
      <p:pic>
        <p:nvPicPr>
          <p:cNvPr id="153" name="Graphic 152" descr="Badge 7 outline">
            <a:extLst>
              <a:ext uri="{FF2B5EF4-FFF2-40B4-BE49-F238E27FC236}">
                <a16:creationId xmlns:a16="http://schemas.microsoft.com/office/drawing/2014/main" id="{64BF22AB-4CF0-C42B-4193-695A5C108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98137" y="3747226"/>
            <a:ext cx="369332" cy="369332"/>
          </a:xfrm>
          <a:prstGeom prst="rect">
            <a:avLst/>
          </a:prstGeom>
        </p:spPr>
      </p:pic>
      <p:pic>
        <p:nvPicPr>
          <p:cNvPr id="154" name="Graphic 153" descr="Badge 8 outline">
            <a:extLst>
              <a:ext uri="{FF2B5EF4-FFF2-40B4-BE49-F238E27FC236}">
                <a16:creationId xmlns:a16="http://schemas.microsoft.com/office/drawing/2014/main" id="{12427D8F-78C1-60A2-83A0-BA55BDCC1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32711" y="4665702"/>
            <a:ext cx="369332" cy="369332"/>
          </a:xfrm>
          <a:prstGeom prst="rect">
            <a:avLst/>
          </a:prstGeom>
        </p:spPr>
      </p:pic>
      <p:pic>
        <p:nvPicPr>
          <p:cNvPr id="155" name="Graphic 154" descr="Badge 9 outline">
            <a:extLst>
              <a:ext uri="{FF2B5EF4-FFF2-40B4-BE49-F238E27FC236}">
                <a16:creationId xmlns:a16="http://schemas.microsoft.com/office/drawing/2014/main" id="{8148AD1A-1EE2-1019-DB5A-4467D992D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22161" y="3509905"/>
            <a:ext cx="369332" cy="369332"/>
          </a:xfrm>
          <a:prstGeom prst="rect">
            <a:avLst/>
          </a:prstGeom>
        </p:spPr>
      </p:pic>
      <p:sp>
        <p:nvSpPr>
          <p:cNvPr id="167" name="AutoShape 4">
            <a:extLst>
              <a:ext uri="{FF2B5EF4-FFF2-40B4-BE49-F238E27FC236}">
                <a16:creationId xmlns:a16="http://schemas.microsoft.com/office/drawing/2014/main" id="{7D358333-BB5E-5560-7BF7-E3433E12B1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106017"/>
            <a:ext cx="3687417" cy="3687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0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17</Words>
  <Application>Microsoft Macintosh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Ayoub</dc:creator>
  <cp:lastModifiedBy>Ibrahim Ayoub</cp:lastModifiedBy>
  <cp:revision>1</cp:revision>
  <dcterms:created xsi:type="dcterms:W3CDTF">2026-05-05T18:58:33Z</dcterms:created>
  <dcterms:modified xsi:type="dcterms:W3CDTF">2026-05-06T15:23:40Z</dcterms:modified>
</cp:coreProperties>
</file>